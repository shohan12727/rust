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68727-9233-4D36-88B1-26E436AD6A8C}" type="datetimeFigureOut">
              <a:rPr lang="en-US" smtClean="0"/>
              <a:t>23-Jul-26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C7547-9481-427F-A166-AFFE6AAAC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9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47E7A-7C1B-4F96-8B5A-5463DD0FE77B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6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1B06-1D66-4C71-918B-B06A63B15669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0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F7AE-9D45-4DCD-8F58-E1E5183B58E2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57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F440E-AB64-4493-A5AE-EAC3CF992333}" type="datetime1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0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B8894-4CDE-4100-98AE-AA1515968E31}" type="datetime1">
              <a:rPr lang="en-US" smtClean="0"/>
              <a:t>23-Jul-26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6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C1B4B-0CC3-4C11-BF28-8F9A66B791FD}" type="datetime1">
              <a:rPr lang="en-US" smtClean="0"/>
              <a:t>23-Jul-26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CE724-EAAF-4C0F-ACEB-9F11EFBD9957}" type="datetime1">
              <a:rPr lang="en-US" smtClean="0"/>
              <a:t>23-Jul-26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82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E5E-902D-47F0-8331-6AA20E254346}" type="datetime1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4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7F80C-2AA0-4062-ACD0-B5038D4F07E7}" type="datetime1">
              <a:rPr lang="en-US" smtClean="0"/>
              <a:t>23-Jul-26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5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FA1C-B95B-4392-97A1-01B628973A3F}" type="datetime1">
              <a:rPr lang="en-US" smtClean="0"/>
              <a:t>23-Jul-26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3181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FA1C-B95B-4392-97A1-01B628973A3F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7024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FA1C-B95B-4392-97A1-01B628973A3F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828712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FA1C-B95B-4392-97A1-01B628973A3F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2201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FA1C-B95B-4392-97A1-01B628973A3F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510185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FA1C-B95B-4392-97A1-01B628973A3F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3798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17EF-3B9C-46E8-BC40-9FAB225864A4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43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135C5-917A-4213-8E57-0A67EAD73806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4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071FA1C-B95B-4392-97A1-01B628973A3F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Rust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515527F-C99B-47B9-9A0B-BDE9164B0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94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E4FDA5-2AE1-4428-8E3E-003C6A336CCF}"/>
              </a:ext>
            </a:extLst>
          </p:cNvPr>
          <p:cNvSpPr txBox="1"/>
          <p:nvPr/>
        </p:nvSpPr>
        <p:spPr>
          <a:xfrm>
            <a:off x="4078014" y="367862"/>
            <a:ext cx="3373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Closure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3D0FA-A5E0-4873-9994-3C30392D9650}"/>
              </a:ext>
            </a:extLst>
          </p:cNvPr>
          <p:cNvSpPr txBox="1"/>
          <p:nvPr/>
        </p:nvSpPr>
        <p:spPr>
          <a:xfrm>
            <a:off x="914400" y="2017986"/>
            <a:ext cx="8740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closure</a:t>
            </a:r>
            <a:r>
              <a:rPr lang="en-US" sz="2400" dirty="0"/>
              <a:t> is an anonymous function that </a:t>
            </a:r>
            <a:r>
              <a:rPr lang="en-US" sz="2400" b="1" dirty="0"/>
              <a:t>can capture variables from </a:t>
            </a:r>
          </a:p>
          <a:p>
            <a:r>
              <a:rPr lang="en-US" sz="2400" b="1" dirty="0"/>
              <a:t>the environment where it is created.</a:t>
            </a:r>
            <a:endParaRPr lang="en-US" sz="240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BBAD5EF-911E-4F1C-AF96-4E0DBC76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D2E63-4C99-4008-89ED-CD5B0C02F4C1}" type="datetime1">
              <a:rPr lang="en-US" smtClean="0"/>
              <a:t>23-Jul-26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85FC99-C48A-44C2-A870-1055CFBA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35704-5028-4B2F-B6D7-8331E02F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D79CE-4E00-49C3-9C4F-B955B0361CFD}"/>
              </a:ext>
            </a:extLst>
          </p:cNvPr>
          <p:cNvSpPr txBox="1"/>
          <p:nvPr/>
        </p:nvSpPr>
        <p:spPr>
          <a:xfrm>
            <a:off x="838200" y="2987565"/>
            <a:ext cx="81149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beauty of </a:t>
            </a:r>
            <a:r>
              <a:rPr lang="en-US" sz="2400" dirty="0" err="1"/>
              <a:t>clouse</a:t>
            </a:r>
            <a:r>
              <a:rPr lang="en-US" sz="2400" dirty="0"/>
              <a:t> is: Normal functions cannot automatically </a:t>
            </a:r>
          </a:p>
          <a:p>
            <a:r>
              <a:rPr lang="en-US" sz="2400" dirty="0"/>
              <a:t>use variables outside themselves.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Closures</a:t>
            </a:r>
            <a:r>
              <a:rPr lang="en-US" sz="2400" dirty="0"/>
              <a:t> can.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251142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2D412B-D0C5-4C18-BE78-0FEDE7EEC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835" y="1335439"/>
            <a:ext cx="3861282" cy="20935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281F72-BE39-4BEB-979F-2FB060587095}"/>
              </a:ext>
            </a:extLst>
          </p:cNvPr>
          <p:cNvSpPr txBox="1"/>
          <p:nvPr/>
        </p:nvSpPr>
        <p:spPr>
          <a:xfrm>
            <a:off x="1845835" y="819807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Closure syntax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2F858A-9679-4192-88D3-9561A257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9C1F5-C947-4EE3-AAD4-0F30B5BC3DE0}" type="datetime1">
              <a:rPr lang="en-US" smtClean="0"/>
              <a:t>23-Jul-26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2B08E0E-40BD-4526-9178-AED15F15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0A99CAD-8394-45A9-BFE0-DEBAF52A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9E565-FA27-4F09-B2D8-8AC151757511}"/>
              </a:ext>
            </a:extLst>
          </p:cNvPr>
          <p:cNvSpPr txBox="1"/>
          <p:nvPr/>
        </p:nvSpPr>
        <p:spPr>
          <a:xfrm>
            <a:off x="1681655" y="4130566"/>
            <a:ext cx="2756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dirty="0"/>
              <a:t>let square = |x: i32| -&gt; i32 {</a:t>
            </a:r>
          </a:p>
          <a:p>
            <a:r>
              <a:rPr lang="nn-NO" dirty="0"/>
              <a:t>    x * x</a:t>
            </a:r>
          </a:p>
          <a:p>
            <a:r>
              <a:rPr lang="nn-NO" dirty="0"/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840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A291-B987-4FC9-811B-A3A4664B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1B06-1D66-4C71-918B-B06A63B15669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3EBAF-45D8-483A-A195-4B68CB4C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FD2E-AF33-45F0-82DD-703B2A98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5E2EA-0705-46FE-B7CA-FCF78FD48C28}"/>
              </a:ext>
            </a:extLst>
          </p:cNvPr>
          <p:cNvSpPr txBox="1"/>
          <p:nvPr/>
        </p:nvSpPr>
        <p:spPr>
          <a:xfrm>
            <a:off x="735725" y="651641"/>
            <a:ext cx="54502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Closures Can Be One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19857-3112-4318-8949-9ECEC97666F3}"/>
              </a:ext>
            </a:extLst>
          </p:cNvPr>
          <p:cNvSpPr txBox="1"/>
          <p:nvPr/>
        </p:nvSpPr>
        <p:spPr>
          <a:xfrm>
            <a:off x="838200" y="205556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double = |x| x * 2;</a:t>
            </a:r>
          </a:p>
          <a:p>
            <a:endParaRPr lang="en-US" dirty="0"/>
          </a:p>
          <a:p>
            <a:r>
              <a:rPr lang="en-US" dirty="0" err="1"/>
              <a:t>println</a:t>
            </a:r>
            <a:r>
              <a:rPr lang="en-US" dirty="0"/>
              <a:t>!("{}", double(10));</a:t>
            </a:r>
          </a:p>
        </p:txBody>
      </p:sp>
    </p:spTree>
    <p:extLst>
      <p:ext uri="{BB962C8B-B14F-4D97-AF65-F5344CB8AC3E}">
        <p14:creationId xmlns:p14="http://schemas.microsoft.com/office/powerpoint/2010/main" val="4010458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22A4-9311-459C-A947-1CD4F2F4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 ideal example of a 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3B42F-E97D-4D82-86A0-E1E6494D7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fn</a:t>
            </a:r>
            <a:r>
              <a:rPr lang="en-US" dirty="0"/>
              <a:t> main() {</a:t>
            </a:r>
          </a:p>
          <a:p>
            <a:pPr marL="0" indent="0">
              <a:buNone/>
            </a:pPr>
            <a:r>
              <a:rPr lang="en-US" dirty="0"/>
              <a:t>    let bonus = 10;</a:t>
            </a:r>
          </a:p>
          <a:p>
            <a:pPr marL="0" indent="0">
              <a:buNone/>
            </a:pPr>
            <a:r>
              <a:rPr lang="en-US" dirty="0"/>
              <a:t>    let </a:t>
            </a:r>
            <a:r>
              <a:rPr lang="en-US" dirty="0" err="1"/>
              <a:t>add_bonus</a:t>
            </a:r>
            <a:r>
              <a:rPr lang="en-US" dirty="0"/>
              <a:t> = |x| x + bonus;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println</a:t>
            </a:r>
            <a:r>
              <a:rPr lang="en-US" dirty="0"/>
              <a:t>!("{}", </a:t>
            </a:r>
            <a:r>
              <a:rPr lang="en-US" dirty="0" err="1"/>
              <a:t>add_bonus</a:t>
            </a:r>
            <a:r>
              <a:rPr lang="en-US" dirty="0"/>
              <a:t>(5));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2AF2F-6CFC-4552-817C-0DEC354E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1B06-1D66-4C71-918B-B06A63B15669}" type="datetime1">
              <a:rPr lang="en-US" smtClean="0"/>
              <a:t>23-Jul-26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8CCAB-F4A8-4AD8-9BDD-0DD94928D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925AB-8B0E-419A-8330-0D212000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5527F-C99B-47B9-9A0B-BDE9164B06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00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ipple dir="r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26</TotalTime>
  <Words>128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An ideal example of a closure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Shohan Islam</dc:creator>
  <cp:lastModifiedBy>Shohan Islam</cp:lastModifiedBy>
  <cp:revision>13</cp:revision>
  <dcterms:created xsi:type="dcterms:W3CDTF">2026-07-23T06:03:38Z</dcterms:created>
  <dcterms:modified xsi:type="dcterms:W3CDTF">2026-07-23T06:29:46Z</dcterms:modified>
</cp:coreProperties>
</file>